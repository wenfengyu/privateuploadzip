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9BD274-4F82-58F2-8DFD-4738D23B9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276CDC-5566-D1F1-0238-22E4BF799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5FFF3C-CBD7-05AC-3D75-41DDE50A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97DAA-1992-4131-846A-FC0EB2E59B6B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61D39D-0F39-004D-B720-D06C2D519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8FD7E2-D8E1-A48E-1618-B1FF513EC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C03FC-2770-4636-8917-2095943449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507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9B8C9-6CC5-6998-DC2D-733FD754B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E54CBF-A57B-5BEF-37B2-23BCC5FFC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063942-DEA9-5A8B-D400-2DFA34169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97DAA-1992-4131-846A-FC0EB2E59B6B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C3717C-6C5A-41F1-DEBE-BABD3250C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CD16FD-7387-2C9C-BAB7-9B421BCD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C03FC-2770-4636-8917-2095943449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180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0B17F2-4BE5-2288-EBEC-AAA336F80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B48A47-06B9-BC1D-5E6C-E34EE3F7C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BE66BC-33B5-78CF-F2A6-A07E3116C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97DAA-1992-4131-846A-FC0EB2E59B6B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DACE4D-2D08-1C77-14F6-F360E08D9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5E4A11-D4EF-AB2F-D131-570EBEFCA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C03FC-2770-4636-8917-2095943449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58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58598-A55D-1D91-A208-6885C0BA6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A466E0-9CF9-A000-53F7-AAAE1A19D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3FB321-5920-9828-FE88-912DE8059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32D751-17BF-1764-F18F-68C225DE0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97DAA-1992-4131-846A-FC0EB2E59B6B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21090A-7C00-62DE-E18E-7D8E40D42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7EB30A-1FA7-5D91-5DBC-78322F1F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C03FC-2770-4636-8917-2095943449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056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2A0636-C5FB-6ADA-0F8A-93E8FE4FF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393C00-A664-CB66-1B6F-84AED8E7C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76E5DC-7FE6-77FF-6C1A-7E5FFE81F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13BF4C-44D9-5D25-BC05-8A4034ADF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B0DFDB5-C679-93E7-CA4E-D494925195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DC6A9A-BBBA-5324-F599-7B57143F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97DAA-1992-4131-846A-FC0EB2E59B6B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AA4ACE4-D23D-0BA6-D882-0915EBE00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721065-0E95-44B1-3A65-898E72DF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C03FC-2770-4636-8917-2095943449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344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07F0A-2EB9-865F-2E75-02FF6582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F6681D-8E6C-DE5C-E4DC-41BE361ED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97DAA-1992-4131-846A-FC0EB2E59B6B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A75739-6971-AC23-810D-4653DEB76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469E63-CBA5-4510-E694-A23EDCA0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C03FC-2770-4636-8917-2095943449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015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3E0DDF-0C29-9370-DD04-ED1DEF759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97DAA-1992-4131-846A-FC0EB2E59B6B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4F72EC-D85D-AF03-52A3-29357AD3B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27DE00-BABA-ACEC-6775-32C7EDF2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C03FC-2770-4636-8917-2095943449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30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F4B1E7-A780-979A-27D4-B6CEBA323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CD6142-E119-C05C-D489-CA73752AE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4FD6B9-6E6F-4932-BCDD-53A02DF11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A92905-BBEA-871D-DEEC-B7AA5C2DA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97DAA-1992-4131-846A-FC0EB2E59B6B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8F2187-8CDE-DE10-0C3C-4FD30A7C1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5DD521-0AFA-E753-8C35-025982C9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C03FC-2770-4636-8917-2095943449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55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16ECB5-5BE9-8BA1-34A5-5CB7A9FD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9DB174-C424-7369-7158-6FB8BE7987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B4903A-8C1F-8666-D587-51648785E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4A8B5D-CFC8-6AD1-66D6-6B828AD45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97DAA-1992-4131-846A-FC0EB2E59B6B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6EADE4-2368-5F67-F1FC-2C6030DC2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9FD497-A0DE-4871-3D36-262E0959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C03FC-2770-4636-8917-2095943449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56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2B56E-0075-B9EE-F550-A8426DA93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7F2437-E4E9-CC4A-7772-7FB592A4B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B3DD4E-F6B4-4A76-1A0A-EC94A46CD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97DAA-1992-4131-846A-FC0EB2E59B6B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AFF64C-919F-DC88-A47B-525A51696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2F9051-0EB1-0D53-B0AD-E9E2FD7A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C03FC-2770-4636-8917-2095943449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97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15B3BE3-A49A-DA3C-EDEC-865DB0AE9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A86436-3E64-C09A-160E-C726CA3D6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508011-EAD4-D671-1F53-70A991577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97DAA-1992-4131-846A-FC0EB2E59B6B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BD0968-FA71-FA13-B3AB-79F68B653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36022F-483C-AD49-BF87-792A8ADC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C03FC-2770-4636-8917-2095943449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006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5E1B53-EE3F-B874-AF13-D4A1C0A41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E418E7-C973-CBCC-B11C-615E22F7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81A228-E557-6CF4-4746-B13E3BEBBC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97DAA-1992-4131-846A-FC0EB2E59B6B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408C3F-82C4-BF41-961A-5EA25D00C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BC34DD-F684-582A-D37C-1B07C9E25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C03FC-2770-4636-8917-2095943449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23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60FF4-F453-597E-716F-E7F2DBEA36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IconML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011EE3-8B25-ADC2-1498-CE44A99A52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Wenfeng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1198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3F202F-2C78-F1B4-70EE-0DD558662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8385"/>
            <a:ext cx="10515600" cy="4351338"/>
          </a:xfrm>
        </p:spPr>
        <p:txBody>
          <a:bodyPr/>
          <a:lstStyle/>
          <a:p>
            <a:r>
              <a:rPr lang="en-US" altLang="zh-CN" b="1" dirty="0" err="1"/>
              <a:t>IconML</a:t>
            </a:r>
            <a:r>
              <a:rPr lang="en-US" altLang="zh-CN" b="1" dirty="0"/>
              <a:t> System Overview</a:t>
            </a:r>
          </a:p>
          <a:p>
            <a:r>
              <a:rPr lang="en-US" altLang="zh-CN" b="1" dirty="0" err="1"/>
              <a:t>IconML</a:t>
            </a:r>
            <a:r>
              <a:rPr lang="en-US" altLang="zh-CN" dirty="0"/>
              <a:t> is an automated comparison system for APK information, designed to detect </a:t>
            </a:r>
            <a:r>
              <a:rPr lang="en-US" altLang="zh-CN" b="1" dirty="0"/>
              <a:t>suspicious, fake, cloned, or repackaged apps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It compares multiple features — </a:t>
            </a:r>
            <a:r>
              <a:rPr lang="en-US" altLang="zh-CN" b="1" dirty="0"/>
              <a:t>icon image</a:t>
            </a:r>
            <a:r>
              <a:rPr lang="en-US" altLang="zh-CN" dirty="0"/>
              <a:t>, </a:t>
            </a:r>
            <a:r>
              <a:rPr lang="en-US" altLang="zh-CN" b="1" dirty="0"/>
              <a:t>label</a:t>
            </a:r>
            <a:r>
              <a:rPr lang="en-US" altLang="zh-CN" dirty="0"/>
              <a:t>, </a:t>
            </a:r>
            <a:r>
              <a:rPr lang="en-US" altLang="zh-CN" b="1" dirty="0"/>
              <a:t>package name</a:t>
            </a:r>
            <a:r>
              <a:rPr lang="en-US" altLang="zh-CN" dirty="0"/>
              <a:t>, </a:t>
            </a:r>
            <a:r>
              <a:rPr lang="en-US" altLang="zh-CN" b="1" dirty="0"/>
              <a:t>developer signature (</a:t>
            </a:r>
            <a:r>
              <a:rPr lang="en-US" altLang="zh-CN" b="1" dirty="0" err="1"/>
              <a:t>devid</a:t>
            </a:r>
            <a:r>
              <a:rPr lang="en-US" altLang="zh-CN" b="1" dirty="0"/>
              <a:t>)</a:t>
            </a:r>
            <a:r>
              <a:rPr lang="en-US" altLang="zh-CN" dirty="0"/>
              <a:t>, and </a:t>
            </a:r>
            <a:r>
              <a:rPr lang="en-US" altLang="zh-CN" b="1" dirty="0"/>
              <a:t>permissions</a:t>
            </a:r>
            <a:r>
              <a:rPr lang="en-US" altLang="zh-CN" dirty="0"/>
              <a:t> — to measure the similarity and relationship between a target APK and a reference library of verified clean apps, called the </a:t>
            </a:r>
            <a:r>
              <a:rPr lang="en-US" altLang="zh-CN" b="1" dirty="0" err="1"/>
              <a:t>CleanBase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8183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352BC-B779-35D8-5903-1D2364AE1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S3 Task Submission &amp; Result Retrieval API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5B7AFA-3F3B-F358-FDDF-5450646AC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CN" dirty="0"/>
              <a:t>S3 bucket: </a:t>
            </a:r>
            <a:r>
              <a:rPr lang="en-US" altLang="zh-CN" dirty="0" err="1"/>
              <a:t>mr</a:t>
            </a:r>
            <a:r>
              <a:rPr lang="en-US" altLang="zh-CN" dirty="0"/>
              <a:t>-dev-</a:t>
            </a:r>
            <a:r>
              <a:rPr lang="en-US" altLang="zh-CN" dirty="0" err="1"/>
              <a:t>iconml</a:t>
            </a:r>
            <a:r>
              <a:rPr lang="en-US" altLang="zh-CN" dirty="0"/>
              <a:t>-request</a:t>
            </a:r>
          </a:p>
          <a:p>
            <a:endParaRPr lang="en-US" altLang="zh-CN" dirty="0"/>
          </a:p>
          <a:p>
            <a:r>
              <a:rPr lang="en-US" altLang="zh-CN" b="1" dirty="0"/>
              <a:t>S3 Layout</a:t>
            </a:r>
            <a:endParaRPr lang="zh-CN" altLang="zh-CN" b="1" dirty="0"/>
          </a:p>
          <a:p>
            <a:r>
              <a:rPr lang="en-US" altLang="zh-CN" dirty="0"/>
              <a:t>Bucket (example: </a:t>
            </a:r>
            <a:r>
              <a:rPr lang="en-US" altLang="zh-CN" dirty="0" err="1"/>
              <a:t>mr</a:t>
            </a:r>
            <a:r>
              <a:rPr lang="en-US" altLang="zh-CN" dirty="0"/>
              <a:t>-dev-</a:t>
            </a:r>
            <a:r>
              <a:rPr lang="en-US" altLang="zh-CN" dirty="0" err="1"/>
              <a:t>iconml</a:t>
            </a:r>
            <a:r>
              <a:rPr lang="en-US" altLang="zh-CN" dirty="0"/>
              <a:t>-request) uses the following folder structure:</a:t>
            </a:r>
            <a:br>
              <a:rPr lang="en-US" altLang="zh-CN" dirty="0"/>
            </a:br>
            <a:r>
              <a:rPr lang="en-US" altLang="zh-CN" dirty="0"/>
              <a:t>• </a:t>
            </a:r>
            <a:r>
              <a:rPr lang="en-US" altLang="zh-CN" dirty="0" err="1"/>
              <a:t>iconml</a:t>
            </a:r>
            <a:r>
              <a:rPr lang="en-US" altLang="zh-CN" dirty="0"/>
              <a:t>/images/            – uploaded icons (.</a:t>
            </a:r>
            <a:r>
              <a:rPr lang="en-US" altLang="zh-CN" dirty="0" err="1"/>
              <a:t>png</a:t>
            </a:r>
            <a:r>
              <a:rPr lang="en-US" altLang="zh-CN" dirty="0"/>
              <a:t>/.jpg/.jpeg/.</a:t>
            </a:r>
            <a:r>
              <a:rPr lang="en-US" altLang="zh-CN" dirty="0" err="1"/>
              <a:t>webp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• </a:t>
            </a:r>
            <a:r>
              <a:rPr lang="en-US" altLang="zh-CN" dirty="0" err="1"/>
              <a:t>iconml</a:t>
            </a:r>
            <a:r>
              <a:rPr lang="en-US" altLang="zh-CN" dirty="0"/>
              <a:t>/request/           – task requests (JSON)</a:t>
            </a:r>
            <a:br>
              <a:rPr lang="en-US" altLang="zh-CN" dirty="0"/>
            </a:br>
            <a:r>
              <a:rPr lang="en-US" altLang="zh-CN" dirty="0"/>
              <a:t>• </a:t>
            </a:r>
            <a:r>
              <a:rPr lang="en-US" altLang="zh-CN" dirty="0" err="1"/>
              <a:t>iconml</a:t>
            </a:r>
            <a:r>
              <a:rPr lang="en-US" altLang="zh-CN" dirty="0"/>
              <a:t>/processing/        – in-progress requests (system-managed)</a:t>
            </a:r>
            <a:br>
              <a:rPr lang="en-US" altLang="zh-CN" dirty="0"/>
            </a:br>
            <a:r>
              <a:rPr lang="en-US" altLang="zh-CN" dirty="0"/>
              <a:t>• </a:t>
            </a:r>
            <a:r>
              <a:rPr lang="en-US" altLang="zh-CN" dirty="0" err="1"/>
              <a:t>iconml</a:t>
            </a:r>
            <a:r>
              <a:rPr lang="en-US" altLang="zh-CN" dirty="0"/>
              <a:t>/processed/         – completed requests (system-managed)</a:t>
            </a:r>
            <a:br>
              <a:rPr lang="en-US" altLang="zh-CN" dirty="0"/>
            </a:br>
            <a:r>
              <a:rPr lang="en-US" altLang="zh-CN" dirty="0"/>
              <a:t>• </a:t>
            </a:r>
            <a:r>
              <a:rPr lang="en-US" altLang="zh-CN" dirty="0" err="1"/>
              <a:t>iconml</a:t>
            </a:r>
            <a:r>
              <a:rPr lang="en-US" altLang="zh-CN" dirty="0"/>
              <a:t>/</a:t>
            </a:r>
            <a:r>
              <a:rPr lang="en-US" altLang="zh-CN" dirty="0" err="1"/>
              <a:t>imageresults</a:t>
            </a:r>
            <a:r>
              <a:rPr lang="en-US" altLang="zh-CN" dirty="0"/>
              <a:t>/      – icon similarity result JSONs</a:t>
            </a:r>
            <a:br>
              <a:rPr lang="en-US" altLang="zh-CN" dirty="0"/>
            </a:br>
            <a:r>
              <a:rPr lang="en-US" altLang="zh-CN" dirty="0"/>
              <a:t>• </a:t>
            </a:r>
            <a:r>
              <a:rPr lang="en-US" altLang="zh-CN" dirty="0" err="1"/>
              <a:t>iconml</a:t>
            </a:r>
            <a:r>
              <a:rPr lang="en-US" altLang="zh-CN" dirty="0"/>
              <a:t>/</a:t>
            </a:r>
            <a:r>
              <a:rPr lang="en-US" altLang="zh-CN" dirty="0" err="1"/>
              <a:t>inforesults</a:t>
            </a:r>
            <a:r>
              <a:rPr lang="en-US" altLang="zh-CN" dirty="0"/>
              <a:t>/       – app info comparison result JSONs</a:t>
            </a:r>
            <a:br>
              <a:rPr lang="en-US" altLang="zh-CN" dirty="0"/>
            </a:br>
            <a:r>
              <a:rPr lang="en-US" altLang="zh-CN" dirty="0"/>
              <a:t>• </a:t>
            </a:r>
            <a:r>
              <a:rPr lang="en-US" altLang="zh-CN" dirty="0" err="1"/>
              <a:t>iconml</a:t>
            </a:r>
            <a:r>
              <a:rPr lang="en-US" altLang="zh-CN" dirty="0"/>
              <a:t>/</a:t>
            </a:r>
            <a:r>
              <a:rPr lang="en-US" altLang="zh-CN" dirty="0" err="1"/>
              <a:t>addsamples</a:t>
            </a:r>
            <a:r>
              <a:rPr lang="en-US" altLang="zh-CN" dirty="0"/>
              <a:t>/        – NEW: ingestion tasks (TXT with one or more hashes)</a:t>
            </a:r>
            <a:br>
              <a:rPr lang="en-US" altLang="zh-CN" dirty="0"/>
            </a:br>
            <a:r>
              <a:rPr lang="en-US" altLang="zh-CN" dirty="0"/>
              <a:t>• </a:t>
            </a:r>
            <a:r>
              <a:rPr lang="en-US" altLang="zh-CN" dirty="0" err="1"/>
              <a:t>iconml</a:t>
            </a:r>
            <a:r>
              <a:rPr lang="en-US" altLang="zh-CN" dirty="0"/>
              <a:t>/</a:t>
            </a:r>
            <a:r>
              <a:rPr lang="en-US" altLang="zh-CN" dirty="0" err="1"/>
              <a:t>addsampleprocessed</a:t>
            </a:r>
            <a:r>
              <a:rPr lang="en-US" altLang="zh-CN" dirty="0"/>
              <a:t>/– NEW: ingestion completion markers (system-managed)</a:t>
            </a:r>
            <a:br>
              <a:rPr lang="en-US" altLang="zh-CN" dirty="0"/>
            </a:br>
            <a:r>
              <a:rPr lang="en-US" altLang="zh-CN" dirty="0"/>
              <a:t>• (optional) </a:t>
            </a:r>
            <a:r>
              <a:rPr lang="en-US" altLang="zh-CN" dirty="0" err="1"/>
              <a:t>iconml</a:t>
            </a:r>
            <a:r>
              <a:rPr lang="en-US" altLang="zh-CN" dirty="0"/>
              <a:t>/</a:t>
            </a:r>
            <a:r>
              <a:rPr lang="en-US" altLang="zh-CN" dirty="0" err="1"/>
              <a:t>addsampleresults</a:t>
            </a:r>
            <a:r>
              <a:rPr lang="en-US" altLang="zh-CN" dirty="0"/>
              <a:t>/ – if your deployment publishes ingestion summaries</a:t>
            </a:r>
          </a:p>
          <a:p>
            <a:pPr marL="0" indent="0">
              <a:buNone/>
            </a:pPr>
            <a:r>
              <a:rPr lang="en-US" altLang="zh-CN" dirty="0"/>
              <a:t>   • </a:t>
            </a:r>
            <a:r>
              <a:rPr lang="en-US" altLang="zh-CN" dirty="0" err="1"/>
              <a:t>iconml</a:t>
            </a:r>
            <a:r>
              <a:rPr lang="en-US" altLang="zh-CN" dirty="0"/>
              <a:t>/</a:t>
            </a:r>
            <a:r>
              <a:rPr lang="en-US" altLang="zh-CN" dirty="0" err="1"/>
              <a:t>requesbyhash</a:t>
            </a:r>
            <a:r>
              <a:rPr lang="en-US" altLang="zh-CN" dirty="0"/>
              <a:t>/  - submit batch hash list task.</a:t>
            </a:r>
          </a:p>
        </p:txBody>
      </p:sp>
    </p:spTree>
    <p:extLst>
      <p:ext uri="{BB962C8B-B14F-4D97-AF65-F5344CB8AC3E}">
        <p14:creationId xmlns:p14="http://schemas.microsoft.com/office/powerpoint/2010/main" val="3718028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BD93D-7F31-F3D4-F963-D5394FF28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iconml</a:t>
            </a:r>
            <a:r>
              <a:rPr lang="en-US" altLang="zh-CN" dirty="0"/>
              <a:t>/images/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2EC7A7-159D-5F59-1DA9-8E9C0A6E8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Upload the icon file. (</a:t>
            </a:r>
            <a:r>
              <a:rPr lang="en-US" altLang="zh-CN" dirty="0" err="1"/>
              <a:t>png</a:t>
            </a:r>
            <a:r>
              <a:rPr lang="en-US" altLang="zh-CN" dirty="0"/>
              <a:t>, </a:t>
            </a:r>
            <a:r>
              <a:rPr lang="en-US" altLang="zh-CN" dirty="0" err="1"/>
              <a:t>webp</a:t>
            </a:r>
            <a:r>
              <a:rPr lang="en-US" altLang="zh-CN" dirty="0"/>
              <a:t>, jpg)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8876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4ECBD-D755-47DA-7A30-311F1364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iconml</a:t>
            </a:r>
            <a:r>
              <a:rPr lang="en-US" altLang="zh-CN" dirty="0"/>
              <a:t>/request/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41F113-DFA3-6D05-F88A-F16D58C1C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1600" dirty="0"/>
              <a:t>Upload </a:t>
            </a:r>
            <a:r>
              <a:rPr lang="en-US" altLang="zh-CN" sz="1600" dirty="0" err="1"/>
              <a:t>apk</a:t>
            </a:r>
            <a:r>
              <a:rPr lang="en-US" altLang="zh-CN" sz="1600" dirty="0"/>
              <a:t> information .to request task</a:t>
            </a:r>
          </a:p>
          <a:p>
            <a:endParaRPr lang="en-US" altLang="zh-CN" sz="1600" dirty="0"/>
          </a:p>
          <a:p>
            <a:r>
              <a:rPr lang="en-US" altLang="zh-CN" sz="1600" dirty="0"/>
              <a:t>Request info </a:t>
            </a:r>
            <a:r>
              <a:rPr lang="en-US" altLang="zh-CN" sz="1600" dirty="0" err="1"/>
              <a:t>json</a:t>
            </a:r>
            <a:r>
              <a:rPr lang="en-US" altLang="zh-CN" sz="1600" dirty="0"/>
              <a:t> example:</a:t>
            </a:r>
          </a:p>
          <a:p>
            <a:endParaRPr lang="en-US" altLang="zh-CN" sz="1600" dirty="0"/>
          </a:p>
          <a:p>
            <a:r>
              <a:rPr lang="en-US" altLang="zh-CN" sz="1600" dirty="0"/>
              <a:t>{</a:t>
            </a:r>
            <a:br>
              <a:rPr lang="en-US" altLang="zh-CN" sz="1600" dirty="0"/>
            </a:br>
            <a:r>
              <a:rPr lang="en-US" altLang="zh-CN" sz="1600" dirty="0"/>
              <a:t>  "hash": "21cf2efc24f741ac26f1fb61b2a097ca816975bba5f1ada616076417a8756724",</a:t>
            </a:r>
            <a:br>
              <a:rPr lang="en-US" altLang="zh-CN" sz="1600" dirty="0"/>
            </a:br>
            <a:r>
              <a:rPr lang="en-US" altLang="zh-CN" sz="1600" dirty="0"/>
              <a:t>  "package": "</a:t>
            </a:r>
            <a:r>
              <a:rPr lang="en-US" altLang="zh-CN" sz="1600" dirty="0" err="1"/>
              <a:t>app.pg.stagemetronome</a:t>
            </a:r>
            <a:r>
              <a:rPr lang="en-US" altLang="zh-CN" sz="1600" dirty="0"/>
              <a:t>",</a:t>
            </a:r>
            <a:br>
              <a:rPr lang="en-US" altLang="zh-CN" sz="1600" dirty="0"/>
            </a:br>
            <a:r>
              <a:rPr lang="en-US" altLang="zh-CN" sz="1600" dirty="0"/>
              <a:t>  "label": "</a:t>
            </a:r>
            <a:r>
              <a:rPr lang="en-US" altLang="zh-CN" sz="1600" dirty="0" err="1"/>
              <a:t>Mondstern</a:t>
            </a:r>
            <a:r>
              <a:rPr lang="en-US" altLang="zh-CN" sz="1600" dirty="0"/>
              <a:t> Acrylic Icons",</a:t>
            </a:r>
            <a:br>
              <a:rPr lang="en-US" altLang="zh-CN" sz="1600" dirty="0"/>
            </a:br>
            <a:r>
              <a:rPr lang="en-US" altLang="zh-CN" sz="1600" dirty="0"/>
              <a:t>  "</a:t>
            </a:r>
            <a:r>
              <a:rPr lang="en-US" altLang="zh-CN" sz="1600" dirty="0" err="1"/>
              <a:t>icon_filename</a:t>
            </a:r>
            <a:r>
              <a:rPr lang="en-US" altLang="zh-CN" sz="1600" dirty="0"/>
              <a:t>": "xcwewsss.png",</a:t>
            </a:r>
            <a:br>
              <a:rPr lang="en-US" altLang="zh-CN" sz="1600" dirty="0"/>
            </a:br>
            <a:r>
              <a:rPr lang="en-US" altLang="zh-CN" sz="1600" dirty="0"/>
              <a:t>  "</a:t>
            </a:r>
            <a:r>
              <a:rPr lang="en-US" altLang="zh-CN" sz="1600" dirty="0" err="1"/>
              <a:t>devid</a:t>
            </a:r>
            <a:r>
              <a:rPr lang="en-US" altLang="zh-CN" sz="1600" dirty="0"/>
              <a:t>": "ee14661c87896cce18c53124483b79702092f401",</a:t>
            </a:r>
            <a:br>
              <a:rPr lang="en-US" altLang="zh-CN" sz="1600" dirty="0"/>
            </a:br>
            <a:r>
              <a:rPr lang="en-US" altLang="zh-CN" sz="1600" dirty="0"/>
              <a:t>  "permissions": "android.permission.INTERNET;android.permission.POST_NOTIFICATIONS;android.permission.CAMERA"</a:t>
            </a:r>
            <a:br>
              <a:rPr lang="en-US" altLang="zh-CN" sz="1600" dirty="0"/>
            </a:br>
            <a:r>
              <a:rPr lang="en-US" altLang="zh-CN" sz="1600" dirty="0"/>
              <a:t>}</a:t>
            </a:r>
            <a:endParaRPr lang="zh-CN" altLang="zh-CN" sz="1600" dirty="0"/>
          </a:p>
          <a:p>
            <a:endParaRPr lang="en-US" altLang="zh-CN" dirty="0"/>
          </a:p>
          <a:p>
            <a:r>
              <a:rPr lang="en-US" altLang="zh-CN" dirty="0"/>
              <a:t>After the system completed compare task, it will generate two </a:t>
            </a:r>
            <a:r>
              <a:rPr lang="en-US" altLang="zh-CN" dirty="0" err="1"/>
              <a:t>json</a:t>
            </a:r>
            <a:r>
              <a:rPr lang="en-US" altLang="zh-CN" dirty="0"/>
              <a:t> file results, a info match result and a icon image match result.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351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6560E-265A-769E-4E2D-4CBBAEB3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iconml</a:t>
            </a:r>
            <a:r>
              <a:rPr lang="en-US" altLang="zh-CN" dirty="0"/>
              <a:t>/</a:t>
            </a:r>
            <a:r>
              <a:rPr lang="en-US" altLang="zh-CN" dirty="0" err="1"/>
              <a:t>inforesults</a:t>
            </a:r>
            <a:r>
              <a:rPr lang="en-US" altLang="zh-CN" dirty="0"/>
              <a:t>/&lt;hash&gt;.</a:t>
            </a:r>
            <a:r>
              <a:rPr lang="en-US" altLang="zh-CN" dirty="0" err="1"/>
              <a:t>json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897DC0-809C-410F-AFA1-116DD5DA8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5264" cy="466725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  "</a:t>
            </a:r>
            <a:r>
              <a:rPr lang="en-US" altLang="zh-CN" dirty="0" err="1"/>
              <a:t>request_file</a:t>
            </a:r>
            <a:r>
              <a:rPr lang="en-US" altLang="zh-CN" dirty="0"/>
              <a:t>": "21cf2e....6724.json",</a:t>
            </a:r>
            <a:br>
              <a:rPr lang="en-US" altLang="zh-CN" dirty="0"/>
            </a:br>
            <a:r>
              <a:rPr lang="en-US" altLang="zh-CN" dirty="0"/>
              <a:t>  "request": {</a:t>
            </a:r>
            <a:br>
              <a:rPr lang="en-US" altLang="zh-CN" dirty="0"/>
            </a:br>
            <a:r>
              <a:rPr lang="en-US" altLang="zh-CN" dirty="0"/>
              <a:t>    "hash": "21cf2e....6724",</a:t>
            </a:r>
            <a:br>
              <a:rPr lang="en-US" altLang="zh-CN" dirty="0"/>
            </a:br>
            <a:r>
              <a:rPr lang="en-US" altLang="zh-CN" dirty="0"/>
              <a:t>    "package": "</a:t>
            </a:r>
            <a:r>
              <a:rPr lang="en-US" altLang="zh-CN" dirty="0" err="1"/>
              <a:t>app.pg.stagemetronome</a:t>
            </a:r>
            <a:r>
              <a:rPr lang="en-US" altLang="zh-CN" dirty="0"/>
              <a:t>",</a:t>
            </a:r>
            <a:br>
              <a:rPr lang="en-US" altLang="zh-CN" dirty="0"/>
            </a:br>
            <a:r>
              <a:rPr lang="en-US" altLang="zh-CN" dirty="0"/>
              <a:t>    "label": "</a:t>
            </a:r>
            <a:r>
              <a:rPr lang="en-US" altLang="zh-CN" dirty="0" err="1"/>
              <a:t>Mondstern</a:t>
            </a:r>
            <a:r>
              <a:rPr lang="en-US" altLang="zh-CN" dirty="0"/>
              <a:t> Acrylic Icons",</a:t>
            </a:r>
            <a:br>
              <a:rPr lang="en-US" altLang="zh-CN" dirty="0"/>
            </a:br>
            <a:r>
              <a:rPr lang="en-US" altLang="zh-CN" dirty="0"/>
              <a:t>    "</a:t>
            </a:r>
            <a:r>
              <a:rPr lang="en-US" altLang="zh-CN" dirty="0" err="1"/>
              <a:t>icon_filename</a:t>
            </a:r>
            <a:r>
              <a:rPr lang="en-US" altLang="zh-CN" dirty="0"/>
              <a:t>": "xcwewsss.png",</a:t>
            </a:r>
            <a:br>
              <a:rPr lang="en-US" altLang="zh-CN" dirty="0"/>
            </a:br>
            <a:r>
              <a:rPr lang="en-US" altLang="zh-CN" dirty="0"/>
              <a:t>    "</a:t>
            </a:r>
            <a:r>
              <a:rPr lang="en-US" altLang="zh-CN" dirty="0" err="1"/>
              <a:t>devid</a:t>
            </a:r>
            <a:r>
              <a:rPr lang="en-US" altLang="zh-CN" dirty="0"/>
              <a:t>": "ee1466....f401",</a:t>
            </a:r>
            <a:br>
              <a:rPr lang="en-US" altLang="zh-CN" dirty="0"/>
            </a:br>
            <a:r>
              <a:rPr lang="en-US" altLang="zh-CN" dirty="0"/>
              <a:t>    "permissions": "android.permission.INTERNET;android.permission.POST_NOTIFICATIONS;android.permission.CAMERA"</a:t>
            </a:r>
            <a:br>
              <a:rPr lang="en-US" altLang="zh-CN" dirty="0"/>
            </a:br>
            <a:r>
              <a:rPr lang="en-US" altLang="zh-CN" dirty="0"/>
              <a:t>  },</a:t>
            </a:r>
            <a:br>
              <a:rPr lang="en-US" altLang="zh-CN" dirty="0"/>
            </a:br>
            <a:r>
              <a:rPr lang="en-US" altLang="zh-CN" dirty="0"/>
              <a:t>  "matches": [</a:t>
            </a:r>
            <a:br>
              <a:rPr lang="en-US" altLang="zh-CN" dirty="0"/>
            </a:br>
            <a:r>
              <a:rPr lang="en-US" altLang="zh-CN" dirty="0"/>
              <a:t>    {</a:t>
            </a:r>
            <a:br>
              <a:rPr lang="en-US" altLang="zh-CN" dirty="0"/>
            </a:br>
            <a:r>
              <a:rPr lang="en-US" altLang="zh-CN" dirty="0"/>
              <a:t>      "info": {</a:t>
            </a:r>
            <a:br>
              <a:rPr lang="en-US" altLang="zh-CN" dirty="0"/>
            </a:br>
            <a:r>
              <a:rPr lang="en-US" altLang="zh-CN" dirty="0"/>
              <a:t>        "hash": "153aa5e....08b4.bin",</a:t>
            </a:r>
            <a:br>
              <a:rPr lang="en-US" altLang="zh-CN" dirty="0"/>
            </a:br>
            <a:r>
              <a:rPr lang="en-US" altLang="zh-CN" dirty="0"/>
              <a:t>        "package": "</a:t>
            </a:r>
            <a:r>
              <a:rPr lang="en-US" altLang="zh-CN" dirty="0" err="1"/>
              <a:t>app.pg.stagemetronome</a:t>
            </a:r>
            <a:r>
              <a:rPr lang="en-US" altLang="zh-CN" dirty="0"/>
              <a:t>",</a:t>
            </a:r>
            <a:br>
              <a:rPr lang="en-US" altLang="zh-CN" dirty="0"/>
            </a:br>
            <a:r>
              <a:rPr lang="en-US" altLang="zh-CN" dirty="0"/>
              <a:t>        "label": "Stage Metronome",</a:t>
            </a:r>
            <a:br>
              <a:rPr lang="en-US" altLang="zh-CN" dirty="0"/>
            </a:br>
            <a:r>
              <a:rPr lang="en-US" altLang="zh-CN" dirty="0"/>
              <a:t>        "</a:t>
            </a:r>
            <a:r>
              <a:rPr lang="en-US" altLang="zh-CN" dirty="0" err="1"/>
              <a:t>devid</a:t>
            </a:r>
            <a:r>
              <a:rPr lang="en-US" altLang="zh-CN" dirty="0"/>
              <a:t>": "ee1466....f401",</a:t>
            </a:r>
            <a:br>
              <a:rPr lang="en-US" altLang="zh-CN" dirty="0"/>
            </a:br>
            <a:r>
              <a:rPr lang="en-US" altLang="zh-CN" dirty="0"/>
              <a:t>        "permissions": "ANDROID.PERMISSION.INTERNET;ANDROID.PERMISSION.WAKE_LOCK;...",</a:t>
            </a:r>
            <a:br>
              <a:rPr lang="en-US" altLang="zh-CN" dirty="0"/>
            </a:br>
            <a:r>
              <a:rPr lang="en-US" altLang="zh-CN" dirty="0"/>
              <a:t>        "</a:t>
            </a:r>
            <a:r>
              <a:rPr lang="en-US" altLang="zh-CN" dirty="0" err="1"/>
              <a:t>source_txt</a:t>
            </a:r>
            <a:r>
              <a:rPr lang="en-US" altLang="zh-CN" dirty="0"/>
              <a:t>": "app.pg.stagemetronome.txt",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b="1" dirty="0"/>
              <a:t>"</a:t>
            </a:r>
            <a:r>
              <a:rPr lang="en-US" altLang="zh-CN" b="1" dirty="0" err="1"/>
              <a:t>compare_result</a:t>
            </a:r>
            <a:r>
              <a:rPr lang="en-US" altLang="zh-CN" b="1" dirty="0"/>
              <a:t>": {</a:t>
            </a:r>
            <a:br>
              <a:rPr lang="en-US" altLang="zh-CN" b="1" dirty="0"/>
            </a:br>
            <a:r>
              <a:rPr lang="en-US" altLang="zh-CN" b="1" dirty="0"/>
              <a:t>          "package": "same",</a:t>
            </a:r>
            <a:br>
              <a:rPr lang="en-US" altLang="zh-CN" b="1" dirty="0"/>
            </a:br>
            <a:r>
              <a:rPr lang="en-US" altLang="zh-CN" b="1" dirty="0"/>
              <a:t>          "label": "different",</a:t>
            </a:r>
            <a:br>
              <a:rPr lang="en-US" altLang="zh-CN" b="1" dirty="0"/>
            </a:br>
            <a:r>
              <a:rPr lang="en-US" altLang="zh-CN" b="1" dirty="0"/>
              <a:t>          "</a:t>
            </a:r>
            <a:r>
              <a:rPr lang="en-US" altLang="zh-CN" b="1" dirty="0" err="1"/>
              <a:t>devid</a:t>
            </a:r>
            <a:r>
              <a:rPr lang="en-US" altLang="zh-CN" b="1" dirty="0"/>
              <a:t>": "same",</a:t>
            </a:r>
            <a:br>
              <a:rPr lang="en-US" altLang="zh-CN" b="1" dirty="0"/>
            </a:br>
            <a:r>
              <a:rPr lang="en-US" altLang="zh-CN" b="1" dirty="0"/>
              <a:t>          "permissions": "different"</a:t>
            </a:r>
            <a:br>
              <a:rPr lang="en-US" altLang="zh-CN" b="1" dirty="0"/>
            </a:br>
            <a:r>
              <a:rPr lang="en-US" altLang="zh-CN" b="1" dirty="0"/>
              <a:t>        }</a:t>
            </a:r>
            <a:br>
              <a:rPr lang="en-US" altLang="zh-CN" b="1" dirty="0"/>
            </a:br>
            <a:r>
              <a:rPr lang="en-US" altLang="zh-CN" dirty="0"/>
              <a:t>      }</a:t>
            </a:r>
            <a:br>
              <a:rPr lang="en-US" altLang="zh-CN" dirty="0"/>
            </a:br>
            <a:r>
              <a:rPr lang="en-US" altLang="zh-CN" dirty="0"/>
              <a:t>    }</a:t>
            </a:r>
            <a:br>
              <a:rPr lang="en-US" altLang="zh-CN" dirty="0"/>
            </a:br>
            <a:r>
              <a:rPr lang="en-US" altLang="zh-CN" dirty="0"/>
              <a:t>  ]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502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5D397-AA08-A2A0-A366-E6378034B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iconml</a:t>
            </a:r>
            <a:r>
              <a:rPr lang="en-US" altLang="zh-CN" dirty="0"/>
              <a:t>/</a:t>
            </a:r>
            <a:r>
              <a:rPr lang="en-US" altLang="zh-CN" dirty="0" err="1"/>
              <a:t>imageresults</a:t>
            </a:r>
            <a:r>
              <a:rPr lang="en-US" altLang="zh-CN" dirty="0"/>
              <a:t>/&lt;</a:t>
            </a:r>
            <a:r>
              <a:rPr lang="en-US" altLang="zh-CN" dirty="0" err="1"/>
              <a:t>icon_filename</a:t>
            </a:r>
            <a:r>
              <a:rPr lang="en-US" altLang="zh-CN" dirty="0"/>
              <a:t>&gt;.</a:t>
            </a:r>
            <a:r>
              <a:rPr lang="en-US" altLang="zh-CN" dirty="0" err="1"/>
              <a:t>json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06E77-2A89-6FE9-C6B3-2E0EE48E1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CN" b="1" dirty="0"/>
              <a:t>6.1) Match Found – Example</a:t>
            </a:r>
            <a:endParaRPr lang="zh-CN" altLang="zh-CN" dirty="0"/>
          </a:p>
          <a:p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  "</a:t>
            </a:r>
            <a:r>
              <a:rPr lang="en-US" altLang="zh-CN" dirty="0" err="1"/>
              <a:t>upload_filename</a:t>
            </a:r>
            <a:r>
              <a:rPr lang="en-US" altLang="zh-CN" dirty="0"/>
              <a:t>": "xcwewsss.png",</a:t>
            </a:r>
            <a:br>
              <a:rPr lang="en-US" altLang="zh-CN" dirty="0"/>
            </a:br>
            <a:r>
              <a:rPr lang="en-US" altLang="zh-CN" dirty="0"/>
              <a:t>  "</a:t>
            </a:r>
            <a:r>
              <a:rPr lang="en-US" altLang="zh-CN" dirty="0" err="1"/>
              <a:t>total_candidates</a:t>
            </a:r>
            <a:r>
              <a:rPr lang="en-US" altLang="zh-CN" dirty="0"/>
              <a:t>": 1200,</a:t>
            </a:r>
            <a:br>
              <a:rPr lang="en-US" altLang="zh-CN" dirty="0"/>
            </a:br>
            <a:r>
              <a:rPr lang="en-US" altLang="zh-CN" dirty="0"/>
              <a:t>  "</a:t>
            </a:r>
            <a:r>
              <a:rPr lang="en-US" altLang="zh-CN" dirty="0" err="1"/>
              <a:t>best_match</a:t>
            </a:r>
            <a:r>
              <a:rPr lang="en-US" altLang="zh-CN" dirty="0"/>
              <a:t>": {</a:t>
            </a:r>
            <a:br>
              <a:rPr lang="en-US" altLang="zh-CN" dirty="0"/>
            </a:br>
            <a:r>
              <a:rPr lang="en-US" altLang="zh-CN" dirty="0"/>
              <a:t>    "package": "</a:t>
            </a:r>
            <a:r>
              <a:rPr lang="en-US" altLang="zh-CN" dirty="0" err="1"/>
              <a:t>app.pg.stagemetronome</a:t>
            </a:r>
            <a:r>
              <a:rPr lang="en-US" altLang="zh-CN" dirty="0"/>
              <a:t>",</a:t>
            </a:r>
            <a:br>
              <a:rPr lang="en-US" altLang="zh-CN" dirty="0"/>
            </a:br>
            <a:r>
              <a:rPr lang="en-US" altLang="zh-CN" dirty="0"/>
              <a:t>    "score":,</a:t>
            </a:r>
            <a:br>
              <a:rPr lang="en-US" altLang="zh-CN" dirty="0"/>
            </a:br>
            <a:r>
              <a:rPr lang="en-US" altLang="zh-CN" dirty="0"/>
              <a:t>    "package0.9989name": "</a:t>
            </a:r>
            <a:r>
              <a:rPr lang="en-US" altLang="zh-CN" dirty="0" err="1"/>
              <a:t>app.pg.stagemetronome</a:t>
            </a:r>
            <a:r>
              <a:rPr lang="en-US" altLang="zh-CN" dirty="0"/>
              <a:t>",</a:t>
            </a:r>
            <a:br>
              <a:rPr lang="en-US" altLang="zh-CN" dirty="0"/>
            </a:br>
            <a:r>
              <a:rPr lang="en-US" altLang="zh-CN" dirty="0"/>
              <a:t>    "</a:t>
            </a:r>
            <a:r>
              <a:rPr lang="en-US" altLang="zh-CN" dirty="0" err="1"/>
              <a:t>devid</a:t>
            </a:r>
            <a:r>
              <a:rPr lang="en-US" altLang="zh-CN" dirty="0"/>
              <a:t>": "ee14661c87896cce18c53124483b79702092f401",</a:t>
            </a:r>
            <a:br>
              <a:rPr lang="en-US" altLang="zh-CN" dirty="0"/>
            </a:br>
            <a:r>
              <a:rPr lang="en-US" altLang="zh-CN" dirty="0"/>
              <a:t>    "label": "Stage Metronome",</a:t>
            </a:r>
            <a:br>
              <a:rPr lang="en-US" altLang="zh-CN" dirty="0"/>
            </a:br>
            <a:r>
              <a:rPr lang="en-US" altLang="zh-CN" dirty="0"/>
              <a:t>    "permissions": "</a:t>
            </a:r>
            <a:r>
              <a:rPr lang="en-US" altLang="zh-CN" dirty="0" err="1"/>
              <a:t>android.permission.INTERNET;android.permission.WAKE_LOCK</a:t>
            </a:r>
            <a:r>
              <a:rPr lang="en-US" altLang="zh-CN" dirty="0"/>
              <a:t>",</a:t>
            </a:r>
            <a:br>
              <a:rPr lang="en-US" altLang="zh-CN" dirty="0"/>
            </a:br>
            <a:r>
              <a:rPr lang="en-US" altLang="zh-CN" dirty="0"/>
              <a:t>    "hash": "153aa5ee90cb07d1aae4d702da4509432e79ce06d35cfa73b76ae80123f808b4"</a:t>
            </a:r>
            <a:br>
              <a:rPr lang="en-US" altLang="zh-CN" dirty="0"/>
            </a:br>
            <a:r>
              <a:rPr lang="en-US" altLang="zh-CN" dirty="0"/>
              <a:t>  },</a:t>
            </a:r>
            <a:br>
              <a:rPr lang="en-US" altLang="zh-CN" dirty="0"/>
            </a:br>
            <a:r>
              <a:rPr lang="en-US" altLang="zh-CN" dirty="0"/>
              <a:t>  "timestamp": 1730815550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zh-CN" altLang="zh-CN" dirty="0"/>
          </a:p>
          <a:p>
            <a:r>
              <a:rPr lang="en-US" altLang="zh-CN" b="1" dirty="0"/>
              <a:t>6.2) No Match – Example</a:t>
            </a:r>
            <a:endParaRPr lang="zh-CN" altLang="zh-CN" dirty="0"/>
          </a:p>
          <a:p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  "</a:t>
            </a:r>
            <a:r>
              <a:rPr lang="en-US" altLang="zh-CN" dirty="0" err="1"/>
              <a:t>upload_filename</a:t>
            </a:r>
            <a:r>
              <a:rPr lang="en-US" altLang="zh-CN" dirty="0"/>
              <a:t>": "xcwewsss.png",</a:t>
            </a:r>
            <a:br>
              <a:rPr lang="en-US" altLang="zh-CN" dirty="0"/>
            </a:br>
            <a:r>
              <a:rPr lang="en-US" altLang="zh-CN" dirty="0"/>
              <a:t>  "</a:t>
            </a:r>
            <a:r>
              <a:rPr lang="en-US" altLang="zh-CN" dirty="0" err="1"/>
              <a:t>total_candidates</a:t>
            </a:r>
            <a:r>
              <a:rPr lang="en-US" altLang="zh-CN" dirty="0"/>
              <a:t>": 1200,</a:t>
            </a:r>
            <a:br>
              <a:rPr lang="en-US" altLang="zh-CN" dirty="0"/>
            </a:br>
            <a:r>
              <a:rPr lang="en-US" altLang="zh-CN" dirty="0"/>
              <a:t>  "</a:t>
            </a:r>
            <a:r>
              <a:rPr lang="en-US" altLang="zh-CN" dirty="0" err="1"/>
              <a:t>best_match</a:t>
            </a:r>
            <a:r>
              <a:rPr lang="en-US" altLang="zh-CN" dirty="0"/>
              <a:t>": null,</a:t>
            </a:r>
            <a:br>
              <a:rPr lang="en-US" altLang="zh-CN" dirty="0"/>
            </a:br>
            <a:r>
              <a:rPr lang="en-US" altLang="zh-CN" dirty="0"/>
              <a:t>  "timestamp": 1730815588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7537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9BD6D-A890-62B5-B5BB-DC547AFF3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iconml</a:t>
            </a:r>
            <a:r>
              <a:rPr lang="en-US" altLang="zh-CN" dirty="0"/>
              <a:t>/</a:t>
            </a:r>
            <a:r>
              <a:rPr lang="en-US" altLang="zh-CN" dirty="0" err="1"/>
              <a:t>requesbyhash</a:t>
            </a:r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7DFEA7-8A36-3D6B-C204-2BE93EFF0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This is used for batch submission and comparison of APK information.</a:t>
            </a:r>
          </a:p>
          <a:p>
            <a:r>
              <a:rPr lang="en-US" altLang="zh-CN" dirty="0"/>
              <a:t>Submit</a:t>
            </a:r>
            <a:r>
              <a:rPr lang="zh-CN" altLang="en-US" dirty="0"/>
              <a:t> </a:t>
            </a:r>
            <a:r>
              <a:rPr lang="en-US" altLang="zh-CN" dirty="0"/>
              <a:t>txt</a:t>
            </a:r>
            <a:r>
              <a:rPr lang="zh-CN" altLang="en-US" dirty="0"/>
              <a:t> </a:t>
            </a:r>
            <a:r>
              <a:rPr lang="en-US" altLang="zh-CN" dirty="0"/>
              <a:t>file.(hash list)</a:t>
            </a:r>
          </a:p>
          <a:p>
            <a:r>
              <a:rPr lang="en-US" altLang="zh-CN" sz="1600" dirty="0"/>
              <a:t>f2a43b88e76c3df4e1a0e3c0a885f19a6b9f90cc6d4b8f5ceea9d511b8e3cd11</a:t>
            </a:r>
          </a:p>
          <a:p>
            <a:r>
              <a:rPr lang="en-US" altLang="zh-CN" sz="1600" dirty="0"/>
              <a:t>b6a8c2c477ca34a9f7238b739b29e9b6e6e4a2a391b10dd8a8b13b1c749fae5c</a:t>
            </a:r>
          </a:p>
          <a:p>
            <a:r>
              <a:rPr lang="en-US" altLang="zh-CN" sz="1600" dirty="0"/>
              <a:t>9f6c5f86aef13a94c48e3b2c17e508a1e4d0b0ff91c1cf2578cbbba630cccb7b</a:t>
            </a:r>
          </a:p>
          <a:p>
            <a:pPr marL="0" indent="0">
              <a:buNone/>
            </a:pP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err="1"/>
              <a:t>Iconml</a:t>
            </a:r>
            <a:r>
              <a:rPr lang="en-US" altLang="zh-CN" sz="1600" dirty="0"/>
              <a:t> system will auto download sample from SDB. and auto extract the </a:t>
            </a:r>
            <a:r>
              <a:rPr lang="en-US" altLang="zh-CN" sz="1600" dirty="0" err="1"/>
              <a:t>apk</a:t>
            </a:r>
            <a:r>
              <a:rPr lang="en-US" altLang="zh-CN" sz="1600" dirty="0"/>
              <a:t> info and icon to compare. </a:t>
            </a:r>
          </a:p>
          <a:p>
            <a:pPr marL="0" indent="0">
              <a:buNone/>
            </a:pP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Each hash will generate info match result and icon match result in </a:t>
            </a:r>
            <a:r>
              <a:rPr lang="en-US" altLang="zh-CN" sz="1600" dirty="0" err="1">
                <a:solidFill>
                  <a:srgbClr val="FF0000"/>
                </a:solidFill>
              </a:rPr>
              <a:t>iconml</a:t>
            </a:r>
            <a:r>
              <a:rPr lang="en-US" altLang="zh-CN" sz="1600" dirty="0">
                <a:solidFill>
                  <a:srgbClr val="FF0000"/>
                </a:solidFill>
              </a:rPr>
              <a:t>/</a:t>
            </a:r>
            <a:r>
              <a:rPr lang="en-US" altLang="zh-CN" sz="1600" dirty="0" err="1">
                <a:solidFill>
                  <a:srgbClr val="FF0000"/>
                </a:solidFill>
              </a:rPr>
              <a:t>inforesults</a:t>
            </a:r>
            <a:r>
              <a:rPr lang="en-US" altLang="zh-CN" sz="1600" dirty="0">
                <a:solidFill>
                  <a:srgbClr val="FF0000"/>
                </a:solidFill>
              </a:rPr>
              <a:t>/</a:t>
            </a:r>
            <a:r>
              <a:rPr lang="en-US" altLang="zh-CN" sz="1600" dirty="0"/>
              <a:t> and </a:t>
            </a:r>
            <a:r>
              <a:rPr lang="en-US" altLang="zh-CN" sz="1600" dirty="0">
                <a:solidFill>
                  <a:srgbClr val="FF0000"/>
                </a:solidFill>
              </a:rPr>
              <a:t>icon/</a:t>
            </a:r>
            <a:r>
              <a:rPr lang="en-US" altLang="zh-CN" sz="1600" dirty="0" err="1">
                <a:solidFill>
                  <a:srgbClr val="FF0000"/>
                </a:solidFill>
              </a:rPr>
              <a:t>imageresults</a:t>
            </a:r>
            <a:r>
              <a:rPr lang="en-US" altLang="zh-CN" sz="1600" dirty="0">
                <a:solidFill>
                  <a:srgbClr val="FF0000"/>
                </a:solidFill>
              </a:rPr>
              <a:t>/ </a:t>
            </a:r>
            <a:r>
              <a:rPr lang="en-US" altLang="zh-CN" sz="1600" dirty="0"/>
              <a:t>folder</a:t>
            </a:r>
          </a:p>
        </p:txBody>
      </p:sp>
    </p:spTree>
    <p:extLst>
      <p:ext uri="{BB962C8B-B14F-4D97-AF65-F5344CB8AC3E}">
        <p14:creationId xmlns:p14="http://schemas.microsoft.com/office/powerpoint/2010/main" val="399275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53D219-9EA1-294E-985C-9ECC363E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iconml</a:t>
            </a:r>
            <a:r>
              <a:rPr lang="en-US" altLang="zh-CN" dirty="0"/>
              <a:t>/</a:t>
            </a:r>
            <a:r>
              <a:rPr lang="en-US" altLang="zh-CN" dirty="0" err="1"/>
              <a:t>addsamples</a:t>
            </a:r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E0E481-7E9A-BB39-0898-068025DA0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This is used to submit new clean sample information.</a:t>
            </a:r>
          </a:p>
          <a:p>
            <a:pPr marL="0" indent="0">
              <a:buNone/>
            </a:pPr>
            <a:r>
              <a:rPr lang="en-US" altLang="zh-CN" dirty="0"/>
              <a:t>Use to submit clean samples to </a:t>
            </a:r>
            <a:r>
              <a:rPr lang="en-US" altLang="zh-CN" dirty="0" err="1"/>
              <a:t>IconML</a:t>
            </a:r>
            <a:r>
              <a:rPr lang="en-US" altLang="zh-CN" dirty="0"/>
              <a:t> </a:t>
            </a:r>
            <a:r>
              <a:rPr lang="en-US" altLang="zh-CN" dirty="0" err="1"/>
              <a:t>Cleanbase</a:t>
            </a:r>
            <a:r>
              <a:rPr lang="en-US" altLang="zh-CN" dirty="0"/>
              <a:t> library.</a:t>
            </a:r>
          </a:p>
          <a:p>
            <a:pPr marL="0" indent="0">
              <a:buNone/>
            </a:pPr>
            <a:r>
              <a:rPr lang="en-US" altLang="zh-CN" dirty="0"/>
              <a:t>Only submit a txt format file. (hash list). But you need to upload sample to SDB. </a:t>
            </a:r>
            <a:r>
              <a:rPr lang="en-US" altLang="zh-CN" dirty="0" err="1"/>
              <a:t>IconML</a:t>
            </a:r>
            <a:r>
              <a:rPr lang="en-US" altLang="zh-CN" dirty="0"/>
              <a:t> will download from SDB.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2942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797F8-D446-22ED-A857-352D7CC2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4FFA60-6294-36CA-81DC-B3AD1D4DB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479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926</Words>
  <Application>Microsoft Office PowerPoint</Application>
  <PresentationFormat>宽屏</PresentationFormat>
  <Paragraphs>42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IconML</vt:lpstr>
      <vt:lpstr>PowerPoint 演示文稿</vt:lpstr>
      <vt:lpstr>S3 Task Submission &amp; Result Retrieval API </vt:lpstr>
      <vt:lpstr>iconml/images/</vt:lpstr>
      <vt:lpstr>iconml/request/</vt:lpstr>
      <vt:lpstr>iconml/inforesults/&lt;hash&gt;.json</vt:lpstr>
      <vt:lpstr>iconml/imageresults/&lt;icon_filename&gt;.json</vt:lpstr>
      <vt:lpstr>iconml/requesbyhash/</vt:lpstr>
      <vt:lpstr>iconml/addsamples/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wenfeng</dc:creator>
  <cp:lastModifiedBy>wenfeng</cp:lastModifiedBy>
  <cp:revision>3</cp:revision>
  <dcterms:created xsi:type="dcterms:W3CDTF">2025-11-11T14:50:00Z</dcterms:created>
  <dcterms:modified xsi:type="dcterms:W3CDTF">2025-11-11T14:57:45Z</dcterms:modified>
</cp:coreProperties>
</file>